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2" r:id="rId1"/>
    <p:sldMasterId id="2147483664" r:id="rId2"/>
    <p:sldMasterId id="2147483671" r:id="rId3"/>
  </p:sldMasterIdLst>
  <p:notesMasterIdLst>
    <p:notesMasterId r:id="rId5"/>
  </p:notesMasterIdLst>
  <p:sldIdLst>
    <p:sldId id="282" r:id="rId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3" orient="horz" pos="792" userDrawn="1">
          <p15:clr>
            <a:srgbClr val="A4A3A4"/>
          </p15:clr>
        </p15:guide>
        <p15:guide id="4" pos="288" userDrawn="1">
          <p15:clr>
            <a:srgbClr val="A4A3A4"/>
          </p15:clr>
        </p15:guide>
        <p15:guide id="5" orient="horz" pos="600" userDrawn="1">
          <p15:clr>
            <a:srgbClr val="A4A3A4"/>
          </p15:clr>
        </p15:guide>
      </p15:sldGuideLst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8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17F"/>
    <a:srgbClr val="A20000"/>
    <a:srgbClr val="E60000"/>
    <a:srgbClr val="FFF7F7"/>
    <a:srgbClr val="FFEFEF"/>
    <a:srgbClr val="FFC7C7"/>
    <a:srgbClr val="FF0000"/>
    <a:srgbClr val="F2B300"/>
    <a:srgbClr val="45CDD7"/>
    <a:srgbClr val="FFBE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4" y="53"/>
      </p:cViewPr>
      <p:guideLst>
        <p:guide orient="horz" pos="792"/>
        <p:guide pos="288"/>
        <p:guide orient="horz" pos="6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Master" Target="slideMasters/slideMaster3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32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28" Type="http://customschemas.google.com/relationships/presentationmetadata" Target="metadata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vi N" userId="a4689594d1f9100c" providerId="LiveId" clId="{C320E0DA-C45A-4E30-B070-2965C79F9EF9}"/>
    <pc:docChg chg="undo custSel delSld modSld">
      <pc:chgData name="Tanvi N" userId="a4689594d1f9100c" providerId="LiveId" clId="{C320E0DA-C45A-4E30-B070-2965C79F9EF9}" dt="2026-02-10T09:12:34.971" v="94" actId="478"/>
      <pc:docMkLst>
        <pc:docMk/>
      </pc:docMkLst>
      <pc:sldChg chg="modSp mod">
        <pc:chgData name="Tanvi N" userId="a4689594d1f9100c" providerId="LiveId" clId="{C320E0DA-C45A-4E30-B070-2965C79F9EF9}" dt="2026-02-09T03:32:58.548" v="91" actId="20577"/>
        <pc:sldMkLst>
          <pc:docMk/>
          <pc:sldMk cId="3009133394" sldId="263"/>
        </pc:sldMkLst>
        <pc:spChg chg="mod">
          <ac:chgData name="Tanvi N" userId="a4689594d1f9100c" providerId="LiveId" clId="{C320E0DA-C45A-4E30-B070-2965C79F9EF9}" dt="2026-02-09T03:32:58.548" v="91" actId="20577"/>
          <ac:spMkLst>
            <pc:docMk/>
            <pc:sldMk cId="3009133394" sldId="263"/>
            <ac:spMk id="2" creationId="{A9F0C642-43AC-4A20-252B-6E329095AC9B}"/>
          </ac:spMkLst>
        </pc:spChg>
      </pc:sldChg>
      <pc:sldChg chg="del">
        <pc:chgData name="Tanvi N" userId="a4689594d1f9100c" providerId="LiveId" clId="{C320E0DA-C45A-4E30-B070-2965C79F9EF9}" dt="2026-02-10T09:12:15.462" v="92" actId="2696"/>
        <pc:sldMkLst>
          <pc:docMk/>
          <pc:sldMk cId="0" sldId="264"/>
        </pc:sldMkLst>
      </pc:sldChg>
      <pc:sldChg chg="delSp mod">
        <pc:chgData name="Tanvi N" userId="a4689594d1f9100c" providerId="LiveId" clId="{C320E0DA-C45A-4E30-B070-2965C79F9EF9}" dt="2026-02-10T09:12:34.971" v="94" actId="478"/>
        <pc:sldMkLst>
          <pc:docMk/>
          <pc:sldMk cId="2115484872" sldId="277"/>
        </pc:sldMkLst>
        <pc:spChg chg="del">
          <ac:chgData name="Tanvi N" userId="a4689594d1f9100c" providerId="LiveId" clId="{C320E0DA-C45A-4E30-B070-2965C79F9EF9}" dt="2026-02-10T09:12:29.743" v="93" actId="478"/>
          <ac:spMkLst>
            <pc:docMk/>
            <pc:sldMk cId="2115484872" sldId="277"/>
            <ac:spMk id="8" creationId="{463B5C6B-D06C-E604-5B14-79748B2B94E4}"/>
          </ac:spMkLst>
        </pc:spChg>
        <pc:grpChg chg="del">
          <ac:chgData name="Tanvi N" userId="a4689594d1f9100c" providerId="LiveId" clId="{C320E0DA-C45A-4E30-B070-2965C79F9EF9}" dt="2026-02-10T09:12:34.971" v="94" actId="478"/>
          <ac:grpSpMkLst>
            <pc:docMk/>
            <pc:sldMk cId="2115484872" sldId="277"/>
            <ac:grpSpMk id="10" creationId="{FFB7DC98-5EB4-00A1-561D-C73A5BCABE82}"/>
          </ac:grpSpMkLst>
        </pc:grpChg>
      </pc:sldChg>
      <pc:sldChg chg="modSp mod">
        <pc:chgData name="Tanvi N" userId="a4689594d1f9100c" providerId="LiveId" clId="{C320E0DA-C45A-4E30-B070-2965C79F9EF9}" dt="2026-02-09T03:26:26.268" v="90" actId="20577"/>
        <pc:sldMkLst>
          <pc:docMk/>
          <pc:sldMk cId="1635342371" sldId="285"/>
        </pc:sldMkLst>
        <pc:spChg chg="mod">
          <ac:chgData name="Tanvi N" userId="a4689594d1f9100c" providerId="LiveId" clId="{C320E0DA-C45A-4E30-B070-2965C79F9EF9}" dt="2026-02-09T03:26:26.268" v="90" actId="20577"/>
          <ac:spMkLst>
            <pc:docMk/>
            <pc:sldMk cId="1635342371" sldId="285"/>
            <ac:spMk id="57" creationId="{0AB801A3-092E-AA3C-1325-8D3A29F9A27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225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475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1099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65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516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9624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9725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3223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1853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0284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62" r:id="rId3"/>
    <p:sldLayoutId id="214748366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668DB97-BE7C-D925-30FD-9C50B3816BC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77440" y="428"/>
            <a:ext cx="12346881" cy="694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379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AC8B568-3D3C-3E86-5500-B520D98306F0}"/>
              </a:ext>
            </a:extLst>
          </p:cNvPr>
          <p:cNvGrpSpPr/>
          <p:nvPr userDrawn="1"/>
        </p:nvGrpSpPr>
        <p:grpSpPr>
          <a:xfrm>
            <a:off x="0" y="6651168"/>
            <a:ext cx="12670971" cy="435429"/>
            <a:chOff x="0" y="6651168"/>
            <a:chExt cx="12670971" cy="435429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BD5555CE-25B3-CABF-D580-C0F88491BEFE}"/>
                </a:ext>
              </a:extLst>
            </p:cNvPr>
            <p:cNvSpPr/>
            <p:nvPr userDrawn="1"/>
          </p:nvSpPr>
          <p:spPr>
            <a:xfrm flipH="1" flipV="1">
              <a:off x="5519057" y="6651712"/>
              <a:ext cx="7151914" cy="434885"/>
            </a:xfrm>
            <a:custGeom>
              <a:avLst/>
              <a:gdLst/>
              <a:ahLst/>
              <a:cxnLst/>
              <a:rect l="l" t="t" r="r" b="b"/>
              <a:pathLst>
                <a:path w="7315200" h="1024128">
                  <a:moveTo>
                    <a:pt x="0" y="0"/>
                  </a:moveTo>
                  <a:lnTo>
                    <a:pt x="7315200" y="0"/>
                  </a:lnTo>
                  <a:lnTo>
                    <a:pt x="7315200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2284" t="-135494" r="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7572DB9-8AEB-605A-8F56-BC9A0CE87D27}"/>
                </a:ext>
              </a:extLst>
            </p:cNvPr>
            <p:cNvSpPr/>
            <p:nvPr userDrawn="1"/>
          </p:nvSpPr>
          <p:spPr>
            <a:xfrm>
              <a:off x="0" y="6651168"/>
              <a:ext cx="5627915" cy="402771"/>
            </a:xfrm>
            <a:prstGeom prst="rect">
              <a:avLst/>
            </a:prstGeom>
            <a:solidFill>
              <a:srgbClr val="5B00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A17CC75-0266-7826-42A2-A3B90927FA5D}"/>
              </a:ext>
            </a:extLst>
          </p:cNvPr>
          <p:cNvGrpSpPr/>
          <p:nvPr userDrawn="1"/>
        </p:nvGrpSpPr>
        <p:grpSpPr>
          <a:xfrm>
            <a:off x="-622201" y="-10886"/>
            <a:ext cx="12901287" cy="404184"/>
            <a:chOff x="-622201" y="-10886"/>
            <a:chExt cx="12901287" cy="404184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0F4394B1-42DA-2076-40EA-F5DB6481935B}"/>
                </a:ext>
              </a:extLst>
            </p:cNvPr>
            <p:cNvSpPr/>
            <p:nvPr userDrawn="1"/>
          </p:nvSpPr>
          <p:spPr>
            <a:xfrm>
              <a:off x="-622201" y="-1"/>
              <a:ext cx="7315200" cy="393299"/>
            </a:xfrm>
            <a:custGeom>
              <a:avLst/>
              <a:gdLst/>
              <a:ahLst/>
              <a:cxnLst/>
              <a:rect l="l" t="t" r="r" b="b"/>
              <a:pathLst>
                <a:path w="7315200" h="1024128">
                  <a:moveTo>
                    <a:pt x="0" y="0"/>
                  </a:moveTo>
                  <a:lnTo>
                    <a:pt x="7315200" y="0"/>
                  </a:lnTo>
                  <a:lnTo>
                    <a:pt x="7315200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t="-1603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55157E1-0A45-B6AC-0EBB-7A01A63B633F}"/>
                </a:ext>
              </a:extLst>
            </p:cNvPr>
            <p:cNvSpPr/>
            <p:nvPr userDrawn="1"/>
          </p:nvSpPr>
          <p:spPr>
            <a:xfrm>
              <a:off x="6651171" y="-10886"/>
              <a:ext cx="5627915" cy="402771"/>
            </a:xfrm>
            <a:prstGeom prst="rect">
              <a:avLst/>
            </a:prstGeom>
            <a:solidFill>
              <a:srgbClr val="5B00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3698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1" r:id="rId2"/>
    <p:sldLayoutId id="214748368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jp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359227" y="1540329"/>
            <a:ext cx="94705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The Challenge: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With the increasing elderly population, many senior citizens live alone without continuous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                        supervision, leading to safety risks such as: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609697-D49F-A4FB-049E-97EE321D4CA6}"/>
              </a:ext>
            </a:extLst>
          </p:cNvPr>
          <p:cNvSpPr txBox="1">
            <a:spLocks/>
          </p:cNvSpPr>
          <p:nvPr/>
        </p:nvSpPr>
        <p:spPr>
          <a:xfrm>
            <a:off x="446315" y="582388"/>
            <a:ext cx="5660571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Vodafone Rg" panose="020B0606080202020204" pitchFamily="34" charset="0"/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017025-B523-83DA-BCFE-644BFFFD528D}"/>
              </a:ext>
            </a:extLst>
          </p:cNvPr>
          <p:cNvSpPr txBox="1"/>
          <p:nvPr/>
        </p:nvSpPr>
        <p:spPr>
          <a:xfrm>
            <a:off x="1643742" y="3725977"/>
            <a:ext cx="94705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Unnoticed Instability &amp; Prolonged Inactivity –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gradual imbalance and abnormal movements go unnoticed also, early warning signs of health issues are missed.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4F36E5-1055-FA30-0468-B0E96C8FC3D0}"/>
              </a:ext>
            </a:extLst>
          </p:cNvPr>
          <p:cNvSpPr txBox="1"/>
          <p:nvPr/>
        </p:nvSpPr>
        <p:spPr>
          <a:xfrm>
            <a:off x="1643742" y="4582888"/>
            <a:ext cx="92637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Medication Non-Adherence –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elderly individuals often forget to take medicines on time, leading to missed doses.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972993-7927-2102-F673-1902A50A3E4B}"/>
              </a:ext>
            </a:extLst>
          </p:cNvPr>
          <p:cNvSpPr txBox="1"/>
          <p:nvPr/>
        </p:nvSpPr>
        <p:spPr>
          <a:xfrm>
            <a:off x="1643742" y="3004457"/>
            <a:ext cx="91766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Delayed Assistance–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senior citizens are unable to seek immediate help.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29C56B-7278-527E-C2EB-E4906C82EE30}"/>
              </a:ext>
            </a:extLst>
          </p:cNvPr>
          <p:cNvSpPr txBox="1"/>
          <p:nvPr/>
        </p:nvSpPr>
        <p:spPr>
          <a:xfrm>
            <a:off x="1643742" y="2220688"/>
            <a:ext cx="73696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Frequent Falls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- leading cause of serious health complications.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F449C8-F714-9EFB-B0B7-CACF73BAFA7A}"/>
              </a:ext>
            </a:extLst>
          </p:cNvPr>
          <p:cNvSpPr txBox="1"/>
          <p:nvPr/>
        </p:nvSpPr>
        <p:spPr>
          <a:xfrm>
            <a:off x="370114" y="5377541"/>
            <a:ext cx="10439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Without an intelligent and reliable monitoring solution, senior citizens remain vulnerable to preventable injuries and delayed medical intervention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7C0354-3D84-8987-C5E7-4FF4BBB144DF}"/>
              </a:ext>
            </a:extLst>
          </p:cNvPr>
          <p:cNvSpPr txBox="1"/>
          <p:nvPr/>
        </p:nvSpPr>
        <p:spPr>
          <a:xfrm>
            <a:off x="370114" y="1053997"/>
            <a:ext cx="83998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SilverCare - </a:t>
            </a: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Automated, Intelligent, and Wearable Monitoring System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E6B5146-C950-46CD-4F6D-48EC6ED3349B}"/>
              </a:ext>
            </a:extLst>
          </p:cNvPr>
          <p:cNvGrpSpPr/>
          <p:nvPr/>
        </p:nvGrpSpPr>
        <p:grpSpPr>
          <a:xfrm>
            <a:off x="740228" y="3508836"/>
            <a:ext cx="843190" cy="936171"/>
            <a:chOff x="740228" y="3508836"/>
            <a:chExt cx="843190" cy="93617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7F73E85-72FC-7714-0A8A-5686C51BFFB1}"/>
                </a:ext>
              </a:extLst>
            </p:cNvPr>
            <p:cNvSpPr/>
            <p:nvPr/>
          </p:nvSpPr>
          <p:spPr>
            <a:xfrm rot="5400000">
              <a:off x="693737" y="3555327"/>
              <a:ext cx="936171" cy="843190"/>
            </a:xfrm>
            <a:custGeom>
              <a:avLst/>
              <a:gdLst/>
              <a:ahLst/>
              <a:cxnLst/>
              <a:rect l="l" t="t" r="r" b="b"/>
              <a:pathLst>
                <a:path w="1527620" h="4114800">
                  <a:moveTo>
                    <a:pt x="0" y="0"/>
                  </a:moveTo>
                  <a:lnTo>
                    <a:pt x="1527619" y="0"/>
                  </a:lnTo>
                  <a:lnTo>
                    <a:pt x="1527619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12328" r="-128568" b="-5466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2">
              <a:extLst>
                <a:ext uri="{FF2B5EF4-FFF2-40B4-BE49-F238E27FC236}">
                  <a16:creationId xmlns:a16="http://schemas.microsoft.com/office/drawing/2014/main" id="{CE1F2B68-89AA-81EB-5334-9F856329FDF4}"/>
                </a:ext>
              </a:extLst>
            </p:cNvPr>
            <p:cNvSpPr/>
            <p:nvPr/>
          </p:nvSpPr>
          <p:spPr>
            <a:xfrm>
              <a:off x="1041765" y="3798877"/>
              <a:ext cx="352696" cy="352696"/>
            </a:xfrm>
            <a:custGeom>
              <a:avLst/>
              <a:gdLst/>
              <a:ahLst/>
              <a:cxnLst/>
              <a:rect l="l" t="t" r="r" b="b"/>
              <a:pathLst>
                <a:path w="2567875" h="2567875">
                  <a:moveTo>
                    <a:pt x="0" y="0"/>
                  </a:moveTo>
                  <a:lnTo>
                    <a:pt x="2567875" y="0"/>
                  </a:lnTo>
                  <a:lnTo>
                    <a:pt x="2567875" y="2567875"/>
                  </a:lnTo>
                  <a:lnTo>
                    <a:pt x="0" y="2567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B88D327-54AF-A49C-996C-BC0B60A2F7D2}"/>
              </a:ext>
            </a:extLst>
          </p:cNvPr>
          <p:cNvGrpSpPr/>
          <p:nvPr/>
        </p:nvGrpSpPr>
        <p:grpSpPr>
          <a:xfrm>
            <a:off x="740228" y="4310752"/>
            <a:ext cx="843190" cy="936171"/>
            <a:chOff x="740228" y="4310752"/>
            <a:chExt cx="843190" cy="936171"/>
          </a:xfrm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CE4B3C3-E5F6-2873-3224-EAC500DB9AC7}"/>
                </a:ext>
              </a:extLst>
            </p:cNvPr>
            <p:cNvSpPr/>
            <p:nvPr/>
          </p:nvSpPr>
          <p:spPr>
            <a:xfrm rot="5400000">
              <a:off x="693737" y="4357243"/>
              <a:ext cx="936171" cy="843190"/>
            </a:xfrm>
            <a:custGeom>
              <a:avLst/>
              <a:gdLst/>
              <a:ahLst/>
              <a:cxnLst/>
              <a:rect l="l" t="t" r="r" b="b"/>
              <a:pathLst>
                <a:path w="1527620" h="4114800">
                  <a:moveTo>
                    <a:pt x="0" y="0"/>
                  </a:moveTo>
                  <a:lnTo>
                    <a:pt x="1527619" y="0"/>
                  </a:lnTo>
                  <a:lnTo>
                    <a:pt x="1527619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12328" r="-128568" b="-5466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">
              <a:extLst>
                <a:ext uri="{FF2B5EF4-FFF2-40B4-BE49-F238E27FC236}">
                  <a16:creationId xmlns:a16="http://schemas.microsoft.com/office/drawing/2014/main" id="{3632A85D-3531-ACFF-12FA-D91331991648}"/>
                </a:ext>
              </a:extLst>
            </p:cNvPr>
            <p:cNvSpPr/>
            <p:nvPr/>
          </p:nvSpPr>
          <p:spPr>
            <a:xfrm>
              <a:off x="1051560" y="4628748"/>
              <a:ext cx="328339" cy="327518"/>
            </a:xfrm>
            <a:custGeom>
              <a:avLst/>
              <a:gdLst/>
              <a:ahLst/>
              <a:cxnLst/>
              <a:rect l="l" t="t" r="r" b="b"/>
              <a:pathLst>
                <a:path w="4125113" h="4114800">
                  <a:moveTo>
                    <a:pt x="0" y="0"/>
                  </a:moveTo>
                  <a:lnTo>
                    <a:pt x="4125113" y="0"/>
                  </a:lnTo>
                  <a:lnTo>
                    <a:pt x="4125113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7E66AD4-4CF7-6B02-DA1A-EA6489C6B5B5}"/>
              </a:ext>
            </a:extLst>
          </p:cNvPr>
          <p:cNvGrpSpPr/>
          <p:nvPr/>
        </p:nvGrpSpPr>
        <p:grpSpPr>
          <a:xfrm>
            <a:off x="740228" y="1905004"/>
            <a:ext cx="843190" cy="936171"/>
            <a:chOff x="740228" y="1905004"/>
            <a:chExt cx="843190" cy="936171"/>
          </a:xfrm>
        </p:grpSpPr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94C886E7-C875-7DB2-823D-B7158CC754F6}"/>
                </a:ext>
              </a:extLst>
            </p:cNvPr>
            <p:cNvSpPr/>
            <p:nvPr/>
          </p:nvSpPr>
          <p:spPr>
            <a:xfrm rot="5400000">
              <a:off x="693737" y="1951495"/>
              <a:ext cx="936171" cy="843190"/>
            </a:xfrm>
            <a:custGeom>
              <a:avLst/>
              <a:gdLst/>
              <a:ahLst/>
              <a:cxnLst/>
              <a:rect l="l" t="t" r="r" b="b"/>
              <a:pathLst>
                <a:path w="1527620" h="4114800">
                  <a:moveTo>
                    <a:pt x="0" y="0"/>
                  </a:moveTo>
                  <a:lnTo>
                    <a:pt x="1527619" y="0"/>
                  </a:lnTo>
                  <a:lnTo>
                    <a:pt x="1527619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12328" r="-128568" b="-5466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4">
              <a:extLst>
                <a:ext uri="{FF2B5EF4-FFF2-40B4-BE49-F238E27FC236}">
                  <a16:creationId xmlns:a16="http://schemas.microsoft.com/office/drawing/2014/main" id="{5DB734B9-CD6B-3328-8467-EECC31BA400A}"/>
                </a:ext>
              </a:extLst>
            </p:cNvPr>
            <p:cNvSpPr/>
            <p:nvPr/>
          </p:nvSpPr>
          <p:spPr>
            <a:xfrm>
              <a:off x="1039771" y="2211326"/>
              <a:ext cx="339449" cy="335206"/>
            </a:xfrm>
            <a:custGeom>
              <a:avLst/>
              <a:gdLst/>
              <a:ahLst/>
              <a:cxnLst/>
              <a:rect l="l" t="t" r="r" b="b"/>
              <a:pathLst>
                <a:path w="4166886" h="4114800">
                  <a:moveTo>
                    <a:pt x="0" y="0"/>
                  </a:moveTo>
                  <a:lnTo>
                    <a:pt x="4166886" y="0"/>
                  </a:lnTo>
                  <a:lnTo>
                    <a:pt x="4166886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0F44C5D-C025-645A-77AD-D1C756AF83E1}"/>
              </a:ext>
            </a:extLst>
          </p:cNvPr>
          <p:cNvGrpSpPr/>
          <p:nvPr/>
        </p:nvGrpSpPr>
        <p:grpSpPr>
          <a:xfrm>
            <a:off x="740228" y="2706920"/>
            <a:ext cx="843190" cy="936171"/>
            <a:chOff x="740228" y="2706920"/>
            <a:chExt cx="843190" cy="93617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9C15D06B-D969-0010-DBB0-9DB55F2E981E}"/>
                </a:ext>
              </a:extLst>
            </p:cNvPr>
            <p:cNvSpPr/>
            <p:nvPr/>
          </p:nvSpPr>
          <p:spPr>
            <a:xfrm rot="5400000">
              <a:off x="693737" y="2753411"/>
              <a:ext cx="936171" cy="843190"/>
            </a:xfrm>
            <a:custGeom>
              <a:avLst/>
              <a:gdLst/>
              <a:ahLst/>
              <a:cxnLst/>
              <a:rect l="l" t="t" r="r" b="b"/>
              <a:pathLst>
                <a:path w="1527620" h="4114800">
                  <a:moveTo>
                    <a:pt x="0" y="0"/>
                  </a:moveTo>
                  <a:lnTo>
                    <a:pt x="1527619" y="0"/>
                  </a:lnTo>
                  <a:lnTo>
                    <a:pt x="1527619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12328" r="-128568" b="-5466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34251940-E354-9E99-B4C2-5907B354930D}"/>
                </a:ext>
              </a:extLst>
            </p:cNvPr>
            <p:cNvSpPr/>
            <p:nvPr/>
          </p:nvSpPr>
          <p:spPr>
            <a:xfrm>
              <a:off x="1030657" y="3001948"/>
              <a:ext cx="363803" cy="366091"/>
            </a:xfrm>
            <a:custGeom>
              <a:avLst/>
              <a:gdLst/>
              <a:ahLst/>
              <a:cxnLst/>
              <a:rect l="l" t="t" r="r" b="b"/>
              <a:pathLst>
                <a:path w="4089083" h="4114800">
                  <a:moveTo>
                    <a:pt x="0" y="0"/>
                  </a:moveTo>
                  <a:lnTo>
                    <a:pt x="4089082" y="0"/>
                  </a:lnTo>
                  <a:lnTo>
                    <a:pt x="4089082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867DA68C-96B7-1EF7-C35B-2F3862C7C0A4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4203" t="12939" r="5471" b="21435"/>
          <a:stretch>
            <a:fillRect/>
          </a:stretch>
        </p:blipFill>
        <p:spPr>
          <a:xfrm>
            <a:off x="708811" y="2037823"/>
            <a:ext cx="934931" cy="73151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E7DCCB0-967C-D279-110F-678F91B6582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flipH="1">
            <a:off x="803458" y="2806982"/>
            <a:ext cx="779960" cy="77996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1CECE5-D580-23B1-5919-02C581D6C06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flipH="1">
            <a:off x="861530" y="4445008"/>
            <a:ext cx="721887" cy="713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ontent Body Sli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Content Body Part_Internal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120</Words>
  <Application>Microsoft Office PowerPoint</Application>
  <PresentationFormat>Widescreen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Calibri</vt:lpstr>
      <vt:lpstr>Vodafone Rg</vt:lpstr>
      <vt:lpstr>Blank</vt:lpstr>
      <vt:lpstr>Content Body Slide</vt:lpstr>
      <vt:lpstr>Content Body Part_Internal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Puja Nikam</cp:lastModifiedBy>
  <cp:revision>10</cp:revision>
  <dcterms:created xsi:type="dcterms:W3CDTF">2025-07-08T05:06:56Z</dcterms:created>
  <dcterms:modified xsi:type="dcterms:W3CDTF">2026-02-15T16:57:17Z</dcterms:modified>
</cp:coreProperties>
</file>